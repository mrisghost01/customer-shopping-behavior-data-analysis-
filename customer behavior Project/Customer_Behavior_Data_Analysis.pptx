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65A82"/>
                </a:solidFill>
                <a:latin typeface="Arial"/>
              </a:rPr>
              <a:t>Revenue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65A82"/>
                </a:solidFill>
                <a:latin typeface="Arial"/>
              </a:rPr>
              <a:t>Revenue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Babasaheb Ambedkar Marathwada University, Chhatrapati Sambhajinagar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— Bachelor of Computer Science (Final Year)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Irfan Rubab Pathan  &amp;  Vitthal Bhagwan Munde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Shahbaz Shaikh, Ass. Professor  |  SBSPM's College of CS &amp; IT, Ambajogai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2025–2026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system built to transform raw consumer data into actionable insights for the retail industry.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3,900 purchase transactions across various product categories.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Python, PostgreSQL, and Power BI in an end-to-end analytics pipeline.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seeks to understand customer shopping behavior to improve: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performance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satisfaction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Long-term loyalty
</a:t>
            </a:r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How can shopping data be leveraged to identify trends and optimize marketing strategies?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02920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shopping patterns across demographics and product categories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502920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1097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Drivers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86200" y="14173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factors like discounts, shipping, and subscriptions driving consumer choices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05840"/>
            <a:ext cx="502920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1097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141732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KPI dashboards for business stakeholders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6032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560320"/>
            <a:ext cx="502920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17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2651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29718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full data lifecycle from raw data to business presentation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56032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560320"/>
            <a:ext cx="502920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17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86200" y="2651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86200" y="29718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seamless flow: Python → SQL → Power BI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560320"/>
            <a:ext cx="2743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2560320"/>
            <a:ext cx="502920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017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2651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Growth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29718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data-backed recommendations for marketing and inventory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2104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Project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64592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Jupyter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35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402336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011680"/>
            <a:ext cx="16459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75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pgAdmin4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 &amp; SQL Querying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02336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71800"/>
            <a:ext cx="16459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355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&amp; Visualization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402336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31920"/>
            <a:ext cx="164592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95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SQLAlchemy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315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DB integration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02336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Workflow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691640"/>
            <a:ext cx="356616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Define Business Problem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194560"/>
            <a:ext cx="35661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240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Import Raw Data into Python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697480"/>
            <a:ext cx="356616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743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Clean &amp; Engineer Features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200400"/>
            <a:ext cx="35661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246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Load to PostgreSQL Database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703320"/>
            <a:ext cx="356616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Run SQL Business Queries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4206240"/>
            <a:ext cx="35661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Build Power BI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5156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Ratings (Imputed)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05156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972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2743200" cy="2423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42316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23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8346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423160"/>
            <a:ext cx="2743200" cy="2423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423160"/>
            <a:ext cx="274320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423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28346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Purchased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 (USD)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&amp; Color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423160"/>
            <a:ext cx="2743200" cy="2423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423160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423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8346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Purchases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&amp; SQL Business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2004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→ Pandas DataFrame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32004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116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Null Handling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2128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37 missing ratings with category median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32004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06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606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Engineering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8072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age_group &amp; purchase_frequency_days columns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32004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004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2004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Snake Casing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4015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 names for 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94760"/>
            <a:ext cx="32004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947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Redundancy Check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9959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discount_applied = promo_code_used → dropped promo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389120"/>
            <a:ext cx="32004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3891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389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DB Migration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5902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cleaned data to PostgreSQL via SQLAlchemy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Business Queries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1417320"/>
            <a:ext cx="402336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Total revenue by Gender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764792"/>
            <a:ext cx="4023360" cy="30175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8105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High-spending discount users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112264"/>
            <a:ext cx="402336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1579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Top 5 products by review rating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459736"/>
            <a:ext cx="4023360" cy="30175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5054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Standard vs Express shipping spend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807208"/>
            <a:ext cx="402336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8529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Subscribers vs Non-Subscribers revenue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154680"/>
            <a:ext cx="4023360" cy="30175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200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Top 5 discount-dependent products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502152"/>
            <a:ext cx="402336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5478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Customer segmentation (New/Returning/Loyal)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849624"/>
            <a:ext cx="4023360" cy="30175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8953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Top 3 products per category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4197096"/>
            <a:ext cx="402336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42428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Repeat buyers &amp; subscription likelihood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4544568"/>
            <a:ext cx="4023360" cy="30175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4590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Q10: Revenue by age group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2104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Dashboard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Amount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 (Opportunity)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2024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14884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4754880" y="214884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/>
          <p:nvPr/>
        </p:nvSpPr>
        <p:spPr>
          <a:xfrm>
            <a:off x="832104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0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819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SQL + Power BI created a complete pipeline that converts raw data into executive-level strategies — bridging the gap between numbers and business growth.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548640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 Discovered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81635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in specific demographic clusters. Young Adults are top spenders. 73% of customers are non-subscribers — a clear loyalty program opportunity.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11880"/>
            <a:ext cx="548640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1188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Repeatable Workflow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5079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ETL pipeline scales from 3,900 to millions of rows with minimal changes, making this a production-ready analytics framework for real retail environments.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is the most valuable asset in the modern retail landscape."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Data Analysis</dc:title>
  <dc:subject>PptxGenJS Presentation</dc:subject>
  <dc:creator>PptxGenJS</dc:creator>
  <cp:lastModifiedBy>PptxGenJS</cp:lastModifiedBy>
  <cp:revision>1</cp:revision>
  <dcterms:created xsi:type="dcterms:W3CDTF">2026-04-29T06:28:39Z</dcterms:created>
  <dcterms:modified xsi:type="dcterms:W3CDTF">2026-04-29T06:28:39Z</dcterms:modified>
</cp:coreProperties>
</file>